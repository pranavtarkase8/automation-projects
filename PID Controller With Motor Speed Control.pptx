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287000" cy="18288000"/>
  <p:notesSz cx="6858000" cy="9144000"/>
  <p:embeddedFontLst>
    <p:embeddedFont>
      <p:font typeface="Canva Sans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77" autoAdjust="0"/>
  </p:normalViewPr>
  <p:slideViewPr>
    <p:cSldViewPr>
      <p:cViewPr varScale="1">
        <p:scale>
          <a:sx n="30" d="100"/>
          <a:sy n="30" d="100"/>
        </p:scale>
        <p:origin x="90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239" y="203202"/>
            <a:ext cx="1880362" cy="79645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379929" y="1540936"/>
            <a:ext cx="1310672" cy="55515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194944" y="9900867"/>
            <a:ext cx="1840946" cy="77976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225638" y="7040035"/>
            <a:ext cx="1797824" cy="76149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194944" y="4314458"/>
            <a:ext cx="1840946" cy="779762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42017" y="-25400"/>
            <a:ext cx="1956109" cy="1695728"/>
          </a:xfrm>
          <a:custGeom>
            <a:avLst/>
            <a:gdLst/>
            <a:ahLst/>
            <a:cxnLst/>
            <a:rect l="l" t="t" r="r" b="b"/>
            <a:pathLst>
              <a:path w="3379340" h="1872588">
                <a:moveTo>
                  <a:pt x="0" y="0"/>
                </a:moveTo>
                <a:lnTo>
                  <a:pt x="3379340" y="0"/>
                </a:lnTo>
                <a:lnTo>
                  <a:pt x="3379340" y="1872588"/>
                </a:lnTo>
                <a:lnTo>
                  <a:pt x="0" y="1872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396452" y="58674"/>
            <a:ext cx="3223008" cy="1400774"/>
          </a:xfrm>
          <a:custGeom>
            <a:avLst/>
            <a:gdLst/>
            <a:ahLst/>
            <a:cxnLst/>
            <a:rect l="l" t="t" r="r" b="b"/>
            <a:pathLst>
              <a:path w="3223008" h="1952517">
                <a:moveTo>
                  <a:pt x="0" y="0"/>
                </a:moveTo>
                <a:lnTo>
                  <a:pt x="3223008" y="0"/>
                </a:lnTo>
                <a:lnTo>
                  <a:pt x="3223008" y="1952516"/>
                </a:lnTo>
                <a:lnTo>
                  <a:pt x="0" y="19525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7317" b="-1211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30330" y="4252042"/>
            <a:ext cx="3223008" cy="1084251"/>
          </a:xfrm>
          <a:custGeom>
            <a:avLst/>
            <a:gdLst/>
            <a:ahLst/>
            <a:cxnLst/>
            <a:rect l="l" t="t" r="r" b="b"/>
            <a:pathLst>
              <a:path w="3106364" h="1064282">
                <a:moveTo>
                  <a:pt x="0" y="0"/>
                </a:moveTo>
                <a:lnTo>
                  <a:pt x="3106363" y="0"/>
                </a:lnTo>
                <a:lnTo>
                  <a:pt x="3106363" y="1064282"/>
                </a:lnTo>
                <a:lnTo>
                  <a:pt x="0" y="10642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53919" r="-20068" b="-16099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930330" y="5000514"/>
            <a:ext cx="3193248" cy="2422954"/>
          </a:xfrm>
          <a:custGeom>
            <a:avLst/>
            <a:gdLst/>
            <a:ahLst/>
            <a:cxnLst/>
            <a:rect l="l" t="t" r="r" b="b"/>
            <a:pathLst>
              <a:path w="3265233" h="2415778">
                <a:moveTo>
                  <a:pt x="0" y="0"/>
                </a:moveTo>
                <a:lnTo>
                  <a:pt x="3265234" y="0"/>
                </a:lnTo>
                <a:lnTo>
                  <a:pt x="3265234" y="2415778"/>
                </a:lnTo>
                <a:lnTo>
                  <a:pt x="0" y="2415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5474" r="-69753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262470" y="15872445"/>
            <a:ext cx="3650182" cy="1953705"/>
          </a:xfrm>
          <a:custGeom>
            <a:avLst/>
            <a:gdLst/>
            <a:ahLst/>
            <a:cxnLst/>
            <a:rect l="l" t="t" r="r" b="b"/>
            <a:pathLst>
              <a:path w="3650182" h="1953705">
                <a:moveTo>
                  <a:pt x="0" y="0"/>
                </a:moveTo>
                <a:lnTo>
                  <a:pt x="3650182" y="0"/>
                </a:lnTo>
                <a:lnTo>
                  <a:pt x="3650182" y="1953704"/>
                </a:lnTo>
                <a:lnTo>
                  <a:pt x="0" y="19537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12"/>
          <p:cNvSpPr/>
          <p:nvPr/>
        </p:nvSpPr>
        <p:spPr>
          <a:xfrm>
            <a:off x="5021196" y="7594827"/>
            <a:ext cx="3333306" cy="1966429"/>
          </a:xfrm>
          <a:custGeom>
            <a:avLst/>
            <a:gdLst/>
            <a:ahLst/>
            <a:cxnLst/>
            <a:rect l="l" t="t" r="r" b="b"/>
            <a:pathLst>
              <a:path w="3867859" h="1761162">
                <a:moveTo>
                  <a:pt x="0" y="0"/>
                </a:moveTo>
                <a:lnTo>
                  <a:pt x="3867859" y="0"/>
                </a:lnTo>
                <a:lnTo>
                  <a:pt x="3867859" y="1761162"/>
                </a:lnTo>
                <a:lnTo>
                  <a:pt x="0" y="17611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38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424758" y="12350968"/>
            <a:ext cx="4300778" cy="2096250"/>
          </a:xfrm>
          <a:custGeom>
            <a:avLst/>
            <a:gdLst/>
            <a:ahLst/>
            <a:cxnLst/>
            <a:rect l="l" t="t" r="r" b="b"/>
            <a:pathLst>
              <a:path w="5554673" h="1547612">
                <a:moveTo>
                  <a:pt x="0" y="0"/>
                </a:moveTo>
                <a:lnTo>
                  <a:pt x="5554673" y="0"/>
                </a:lnTo>
                <a:lnTo>
                  <a:pt x="5554673" y="1547612"/>
                </a:lnTo>
                <a:lnTo>
                  <a:pt x="0" y="15476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30330" y="10726805"/>
            <a:ext cx="2766911" cy="1981122"/>
          </a:xfrm>
          <a:custGeom>
            <a:avLst/>
            <a:gdLst/>
            <a:ahLst/>
            <a:cxnLst/>
            <a:rect l="l" t="t" r="r" b="b"/>
            <a:pathLst>
              <a:path w="3301464" h="2113949">
                <a:moveTo>
                  <a:pt x="0" y="0"/>
                </a:moveTo>
                <a:lnTo>
                  <a:pt x="3301464" y="0"/>
                </a:lnTo>
                <a:lnTo>
                  <a:pt x="3301464" y="2113949"/>
                </a:lnTo>
                <a:lnTo>
                  <a:pt x="0" y="2113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44409" r="-5277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33617" y="1640073"/>
            <a:ext cx="6716860" cy="2213915"/>
          </a:xfrm>
          <a:custGeom>
            <a:avLst/>
            <a:gdLst/>
            <a:ahLst/>
            <a:cxnLst/>
            <a:rect l="l" t="t" r="r" b="b"/>
            <a:pathLst>
              <a:path w="6716860" h="2213915">
                <a:moveTo>
                  <a:pt x="0" y="0"/>
                </a:moveTo>
                <a:lnTo>
                  <a:pt x="6716859" y="0"/>
                </a:lnTo>
                <a:lnTo>
                  <a:pt x="6716859" y="2213915"/>
                </a:lnTo>
                <a:lnTo>
                  <a:pt x="0" y="22139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88709" b="-11468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910411" y="11086085"/>
            <a:ext cx="2170600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with Set RPM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(error genration)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2618" y="203202"/>
            <a:ext cx="1714657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Wheel rotate</a:t>
            </a:r>
          </a:p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21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Meachanical</a:t>
            </a: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motion)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21196" y="246641"/>
            <a:ext cx="2217182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Encoder /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Hall Sensor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(Rotation Detect)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111667" y="2419921"/>
            <a:ext cx="1507794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Pulses generate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(digital ON-OFF Pulse)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06323" y="5479997"/>
            <a:ext cx="2503470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Microcontroller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(Pulse Count and Process)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83530" y="8075205"/>
            <a:ext cx="2503470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Frequency → RPM → Speed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(Speed Calculation)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89347" y="13916588"/>
            <a:ext cx="639246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PID</a:t>
            </a:r>
            <a:r>
              <a:rPr lang="en-US" sz="21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Controller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(P+I+D Control)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30826" y="16578471"/>
            <a:ext cx="272510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PWM / Voltage adjust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39166" y="17454966"/>
            <a:ext cx="441162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Motor speed control</a:t>
            </a: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98D95D09-8503-77B4-006A-5F29DEE79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194944" y="12842414"/>
            <a:ext cx="1840946" cy="779762"/>
          </a:xfrm>
          <a:prstGeom prst="rect">
            <a:avLst/>
          </a:prstGeom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CDD440D6-1476-A594-4973-027FD17E5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075238" y="15322973"/>
            <a:ext cx="1840946" cy="779762"/>
          </a:xfrm>
          <a:prstGeom prst="rect">
            <a:avLst/>
          </a:prstGeom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8F0C7E8E-66DE-CE19-B819-AFA75D467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730316" y="16405587"/>
            <a:ext cx="1840946" cy="7797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1077A4-A8C7-0102-F1B1-2BF4F630A2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" t="39321" r="2158" b="34974"/>
          <a:stretch>
            <a:fillRect/>
          </a:stretch>
        </p:blipFill>
        <p:spPr>
          <a:xfrm>
            <a:off x="901409" y="14220005"/>
            <a:ext cx="7251929" cy="17912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BE68924-1ADA-FB96-363D-D69D09BFCF2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9" t="1495" r="11822" b="-367"/>
          <a:stretch>
            <a:fillRect/>
          </a:stretch>
        </p:blipFill>
        <p:spPr>
          <a:xfrm>
            <a:off x="215583" y="4594054"/>
            <a:ext cx="4608162" cy="93225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63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Canva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Wheel rotate</dc:title>
  <cp:lastModifiedBy>krishnashinde1569@gmail.com</cp:lastModifiedBy>
  <cp:revision>3</cp:revision>
  <dcterms:created xsi:type="dcterms:W3CDTF">2006-08-16T00:00:00Z</dcterms:created>
  <dcterms:modified xsi:type="dcterms:W3CDTF">2026-01-02T03:29:45Z</dcterms:modified>
  <dc:identifier>DAG9Ke0PSj4</dc:identifier>
</cp:coreProperties>
</file>